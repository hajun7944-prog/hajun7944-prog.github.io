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 — 지원 직무와 한 줄 소개, 연락처.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안에 지원자를 파악할 수 있도록 핵심 정보와 숫자를 모았습니다.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기본 이력 사항을 한 장에 정리했습니다.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기술 역량 세 가지와, 툴별로 실제로 할 수 있는 작업입니다.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프로젝트 3편과 개인 프로젝트 2편의 기간, 구성, 역할입니다.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프로젝트별 담당 업무와 사용 툴,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프로젝트별 담당 업무와 사용 툴,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자기소개서 1번 — 직무 성장 과정 요약.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자기소개서 2번 — 뤼느 프로젝트 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자기소개서 3번 — 기억의 방 문제 해결 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자기소개서 4번 — 지원 동기와 입사 후 계획.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hajun7944-prog.github.io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hajun7944-prog.github.io" TargetMode="External"/><Relationship Id="rId2" Type="http://schemas.openxmlformats.org/officeDocument/2006/relationships/hyperlink" Target="mailto:hajun7944@naver.co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17320"/>
            <a:ext cx="548640" cy="54864"/>
          </a:xfrm>
          <a:prstGeom prst="rect">
            <a:avLst/>
          </a:prstGeom>
          <a:solidFill>
            <a:srgbClr val="FF5B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콘텐츠 제작 · 신입 지원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정하준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기획부터 결과물까지, AI 이미지·영상 생성과 편집·3D를 연결하는 제작자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85800" y="5074920"/>
            <a:ext cx="10817352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5303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이력서 · 자기소개서 요약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5303520"/>
            <a:ext cx="7114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010-9705-7944     hajun7944@naver.com     </a:t>
            </a:r>
            <a:pPr algn="r" indent="0" marL="0">
              <a:buNone/>
            </a:pPr>
            <a:r>
              <a:rPr lang="en-US" sz="1250" u="sng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hajun7944-prog.github.io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지원자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64190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정하준 · AI 콘텐츠 제작   02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3291840" cy="4754880"/>
          </a:xfrm>
          <a:prstGeom prst="roundRect">
            <a:avLst>
              <a:gd name="adj" fmla="val 3333"/>
            </a:avLst>
          </a:prstGeom>
          <a:solidFill>
            <a:srgbClr val="F6F4EF"/>
          </a:solidFill>
          <a:ln/>
        </p:spPr>
      </p:sp>
      <p:pic>
        <p:nvPicPr>
          <p:cNvPr id="7" name="Image 0" descr="C:\Users\User\AppData\Local\Temp\claude\c--Users-User-OneDrive-------qwe\a20b4e29-7548-4ba7-bd5f-846dcaf64c0f\scratchpad\rdeck\img\photo_x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691640"/>
            <a:ext cx="1371600" cy="1828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3657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정하준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JEONG HA JUN · 2000년생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콘텐츠 제작 · 신입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48371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출근 가능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868680" y="5148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463040" y="5148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010-9705-7944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5458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1463040" y="5458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hajun7944@naver.com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868680" y="57698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거주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1463040" y="5769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금천구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42062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직무 요약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206240" y="17830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이미지·영상 생성과 편집·3D 제작을 연결해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기획부터 결과물까지 완성하는 AI 콘텐츠 제작자</a:t>
            </a:r>
            <a:endParaRPr lang="en-US" sz="1900" dirty="0"/>
          </a:p>
        </p:txBody>
      </p:sp>
      <p:sp>
        <p:nvSpPr>
          <p:cNvPr id="22" name="Shape 18"/>
          <p:cNvSpPr/>
          <p:nvPr/>
        </p:nvSpPr>
        <p:spPr>
          <a:xfrm>
            <a:off x="4206240" y="2926080"/>
            <a:ext cx="23957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E1D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407408" y="30906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pPr indent="0" marL="0">
              <a:buNone/>
            </a:pPr>
            <a:r>
              <a:rPr lang="en-US" sz="14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편</a:t>
            </a:r>
            <a:endParaRPr lang="en-US" sz="3200" dirty="0"/>
          </a:p>
        </p:txBody>
      </p:sp>
      <p:sp>
        <p:nvSpPr>
          <p:cNvPr id="24" name="Text 20"/>
          <p:cNvSpPr txBox="1"/>
          <p:nvPr/>
        </p:nvSpPr>
        <p:spPr>
          <a:xfrm>
            <a:off x="4407408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중심 프로젝트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4407408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3 · 개인 2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748272" y="2926080"/>
            <a:ext cx="23957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E1D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949440" y="30906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pPr indent="0" marL="0">
              <a:buNone/>
            </a:pPr>
            <a:r>
              <a:rPr lang="en-US" sz="14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회</a:t>
            </a:r>
            <a:endParaRPr lang="en-US" sz="3200" dirty="0"/>
          </a:p>
        </p:txBody>
      </p:sp>
      <p:sp>
        <p:nvSpPr>
          <p:cNvPr id="28" name="Text 24"/>
          <p:cNvSpPr txBox="1"/>
          <p:nvPr/>
        </p:nvSpPr>
        <p:spPr>
          <a:xfrm>
            <a:off x="6949440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공모전 본선 진출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6949440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여주 AI 뮤비 · ACC 영상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9290304" y="2926080"/>
            <a:ext cx="23957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E1DA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9491472" y="30906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1,120</a:t>
            </a:r>
            <a:pPr indent="0" marL="0">
              <a:buNone/>
            </a:pPr>
            <a:r>
              <a:rPr lang="en-US" sz="14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H</a:t>
            </a:r>
            <a:endParaRPr lang="en-US" sz="3200" dirty="0"/>
          </a:p>
        </p:txBody>
      </p:sp>
      <p:sp>
        <p:nvSpPr>
          <p:cNvPr id="32" name="Text 28"/>
          <p:cNvSpPr txBox="1"/>
          <p:nvPr/>
        </p:nvSpPr>
        <p:spPr>
          <a:xfrm>
            <a:off x="9491472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실감형 콘텐츠 교육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9491472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2026.04~10 (6개월)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206240" y="4572000"/>
            <a:ext cx="23957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E1DA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407408" y="47365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pPr indent="0" marL="0">
              <a:buNone/>
            </a:pPr>
            <a:r>
              <a:rPr lang="en-US" sz="14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</a:t>
            </a:r>
            <a:endParaRPr lang="en-US" sz="3200" dirty="0"/>
          </a:p>
        </p:txBody>
      </p:sp>
      <p:sp>
        <p:nvSpPr>
          <p:cNvPr id="36" name="Text 32"/>
          <p:cNvSpPr txBox="1"/>
          <p:nvPr/>
        </p:nvSpPr>
        <p:spPr>
          <a:xfrm>
            <a:off x="4407408" y="5349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활용 툴</a:t>
            </a:r>
            <a:endParaRPr lang="en-US" sz="1150" dirty="0"/>
          </a:p>
        </p:txBody>
      </p:sp>
      <p:sp>
        <p:nvSpPr>
          <p:cNvPr id="37" name="Text 33"/>
          <p:cNvSpPr txBox="1"/>
          <p:nvPr/>
        </p:nvSpPr>
        <p:spPr>
          <a:xfrm>
            <a:off x="4407408" y="5623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 · 편집 · 3D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6748272" y="4572000"/>
            <a:ext cx="23957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E1DA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949440" y="47365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pPr indent="0" marL="0">
              <a:buNone/>
            </a:pPr>
            <a:r>
              <a:rPr lang="en-US" sz="14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급</a:t>
            </a:r>
            <a:endParaRPr lang="en-US" sz="3200" dirty="0"/>
          </a:p>
        </p:txBody>
      </p:sp>
      <p:sp>
        <p:nvSpPr>
          <p:cNvPr id="40" name="Text 36"/>
          <p:cNvSpPr txBox="1"/>
          <p:nvPr/>
        </p:nvSpPr>
        <p:spPr>
          <a:xfrm>
            <a:off x="6949440" y="5349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GTQi 일러스트레이터</a:t>
            </a:r>
            <a:endParaRPr lang="en-US" sz="1150" dirty="0"/>
          </a:p>
        </p:txBody>
      </p:sp>
      <p:sp>
        <p:nvSpPr>
          <p:cNvPr id="41" name="Text 37"/>
          <p:cNvSpPr txBox="1"/>
          <p:nvPr/>
        </p:nvSpPr>
        <p:spPr>
          <a:xfrm>
            <a:off x="6949440" y="5623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 취득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9290304" y="4572000"/>
            <a:ext cx="23957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E1DA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9491472" y="47365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필기</a:t>
            </a:r>
            <a:pPr indent="0" marL="0">
              <a:buNone/>
            </a:pPr>
            <a:r>
              <a:rPr lang="en-US" sz="14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합격</a:t>
            </a:r>
            <a:endParaRPr lang="en-US" sz="3200" dirty="0"/>
          </a:p>
        </p:txBody>
      </p:sp>
      <p:sp>
        <p:nvSpPr>
          <p:cNvPr id="44" name="Text 40"/>
          <p:cNvSpPr txBox="1"/>
          <p:nvPr/>
        </p:nvSpPr>
        <p:spPr>
          <a:xfrm>
            <a:off x="9491472" y="5349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멀티미디어콘텐츠제작전문가</a:t>
            </a:r>
            <a:endParaRPr lang="en-US" sz="1150" dirty="0"/>
          </a:p>
        </p:txBody>
      </p:sp>
      <p:sp>
        <p:nvSpPr>
          <p:cNvPr id="45" name="Text 41"/>
          <p:cNvSpPr txBox="1"/>
          <p:nvPr/>
        </p:nvSpPr>
        <p:spPr>
          <a:xfrm>
            <a:off x="9491472" y="5623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1차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학력 · 교육 · 자격 · 병역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64190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정하준 · AI 콘텐츠 제작   03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6F4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664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학력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031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2020.03 ~ 2026.02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423160" y="20848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대구가톨릭대학교 전기공학과 (4년제)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423160" y="234086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학점 3.7 / 4.5 · 졸업예정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6334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2016.03 ~ 2019.02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2423160" y="261518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울진고등학교 이과 계열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287121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졸업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72200" y="146304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6F4E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46520" y="1664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21031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2026.04 ~ 2026.10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20848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실감형 미디어 콘텐츠 제작자 과정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0" y="234086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[KBS미디어] · 이젠아카데미DX교육센터 · 6개월 (1,120H)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393192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6F4E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2960" y="4133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5720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2026.09.09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2423160" y="45537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멀티미디어콘텐츠제작전문가 1차 필기 합격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2423160" y="480974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한국산업인력공단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510235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2026.08.14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2423160" y="508406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GTQi 1급 일러스트레이터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2423160" y="534009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한국생산성본부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563270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2020.03.13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2423160" y="56144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자동차운전면허 1종 보통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2423160" y="587044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경산경찰청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172200" y="393192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6F4EF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446520" y="4133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병역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6446520" y="45720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2020.12 ~ 2022.06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046720" y="45537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육군 병장 만기 전역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046720" y="480974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군필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0" y="27432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언리얼 엔진 기반 실감형 콘텐츠 제작 실습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 기획·연출 및 3D 실감형 콘텐츠 프로젝트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기획안·스토리보드 작성, 산업체 특강·현장실습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역량과 실무 툴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64190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정하준 · AI 콘텐츠 제작   04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EDE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627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 활용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0116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목적에 맞는 생성형 AI 선택과 프롬프트 설계로 이미지·영상·음악 생성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146304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EDE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26280" y="1627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98348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후반제작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0116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Premiere Pro · After Effects 기반 편집 · 모션 · 후보정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46720" y="146304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EDE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75320" y="1627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73252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콘텐츠 제작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0116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Cinema 4D 기반 제품 모델링 · 재질 · 조명 연출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2971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2103120" y="2971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툴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2971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있는 작업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3291840"/>
            <a:ext cx="11091672" cy="0"/>
          </a:xfrm>
          <a:prstGeom prst="line">
            <a:avLst/>
          </a:prstGeom>
          <a:noFill/>
          <a:ln w="9525">
            <a:solidFill>
              <a:srgbClr val="E4E1D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3401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제작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2103120" y="340156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· Gemini · Midjourney · Runway · Google Flow · Higgsfield · Suno · ElevenLabs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583680" y="340156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탐색, 콘셉트 시안, 이미지·영상 생성, 캐릭터 일관성 유지, AI 배경음악·보이스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3895344"/>
            <a:ext cx="11091672" cy="0"/>
          </a:xfrm>
          <a:prstGeom prst="line">
            <a:avLst/>
          </a:prstGeom>
          <a:noFill/>
          <a:ln w="9525">
            <a:solidFill>
              <a:srgbClr val="E4E1D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40050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· 후반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2103120" y="40050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Premiere Pro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6583680" y="40050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 편집, 리듬·템포 조절, 기본 색보정, 자막, 플랫폼별 출력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48640" y="4498848"/>
            <a:ext cx="11091672" cy="0"/>
          </a:xfrm>
          <a:prstGeom prst="line">
            <a:avLst/>
          </a:prstGeom>
          <a:noFill/>
          <a:ln w="9525">
            <a:solidFill>
              <a:srgbClr val="E4E1D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460857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모션 · 합성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2103120" y="460857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Effects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6583680" y="460857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키프레임·그래프 에디터, 2D 합성, 로고·타이포 모션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48640" y="5102352"/>
            <a:ext cx="11091672" cy="0"/>
          </a:xfrm>
          <a:prstGeom prst="line">
            <a:avLst/>
          </a:prstGeom>
          <a:noFill/>
          <a:ln w="9525">
            <a:solidFill>
              <a:srgbClr val="E4E1D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48640" y="5212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그래픽 · 브랜딩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2103120" y="5212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Photoshop · Illustrator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6583680" y="5212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영상용 키비주얼, 이미지 합성·색감 보정, 썸네일, 스토리보드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48640" y="5705856"/>
            <a:ext cx="11091672" cy="0"/>
          </a:xfrm>
          <a:prstGeom prst="line">
            <a:avLst/>
          </a:prstGeom>
          <a:noFill/>
          <a:ln w="9525">
            <a:solidFill>
              <a:srgbClr val="E4E1D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48640" y="581558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모델링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2103120" y="581558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Cinema 4D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6583680" y="581558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3D 모델링, 재질·조명·카메라 연출, 렌더링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5편 한눈에 보기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64190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정하준 · AI 콘텐츠 제작   05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0"/>
          </a:xfrm>
          <a:prstGeom prst="line">
            <a:avLst/>
          </a:prstGeom>
          <a:noFill/>
          <a:ln w="19050">
            <a:solidFill>
              <a:srgbClr val="E4E1D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481328"/>
            <a:ext cx="182880" cy="182880"/>
          </a:xfrm>
          <a:prstGeom prst="ellipse">
            <a:avLst/>
          </a:prstGeom>
          <a:solidFill>
            <a:srgbClr val="FF5B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4447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2026.05</a:t>
            </a:r>
            <a:endParaRPr lang="en-US" sz="1050" dirty="0"/>
          </a:p>
        </p:txBody>
      </p:sp>
      <p:pic>
        <p:nvPicPr>
          <p:cNvPr id="9" name="Image 0" descr="C:\Users\User\AppData\Local\Temp\claude\c--Users-User-OneDrive-------qwe\a20b4e29-7548-4ba7-bd5f-846dcaf64c0f\scratchpad\rdeck\crop\cut_yeoju_1_1.777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2130552" cy="119843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196596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5B1F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0080" y="19659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🏆 본선 진출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3210115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F6F4EF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48640" y="3210115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5인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3621596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세종의 숨결, 여주의 결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12451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여주 AI 뮤직비디오 공모전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462743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4856036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이미지 생성 · 영상 편집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540467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633276"/>
            <a:ext cx="2130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여주의 역사·문화·관광자원을 AI 뮤직비디오로 재구성한 홍보 영상 완성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788920" y="1481328"/>
            <a:ext cx="182880" cy="182880"/>
          </a:xfrm>
          <a:prstGeom prst="ellipse">
            <a:avLst/>
          </a:prstGeom>
          <a:solidFill>
            <a:srgbClr val="FF5B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063240" y="14447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2026.05~06</a:t>
            </a:r>
            <a:endParaRPr lang="en-US" sz="1050" dirty="0"/>
          </a:p>
        </p:txBody>
      </p:sp>
      <p:pic>
        <p:nvPicPr>
          <p:cNvPr id="22" name="Image 1" descr="C:\Users\User\AppData\Local\Temp\claude\c--Users-User-OneDrive-------qwe\a20b4e29-7548-4ba7-bd5f-846dcaf64c0f\scratchpad\rdeck\crop\cut_memory_1_1.777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874520"/>
            <a:ext cx="2130552" cy="1198436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2880360" y="196596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5B1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2880360" y="19659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🏆 본선 진출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2788920" y="3210115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F6F4EF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2788920" y="3210115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5인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2788920" y="3621596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기억의 방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2788920" y="412451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 민주인권평화 영상(+AI) 공모전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2788920" y="462743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2788920" y="4856036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이미지 · 캐릭터 보이스 · 영상 편집</a:t>
            </a:r>
            <a:endParaRPr lang="en-US" sz="1050" dirty="0"/>
          </a:p>
        </p:txBody>
      </p:sp>
      <p:sp>
        <p:nvSpPr>
          <p:cNvPr id="31" name="Text 26"/>
          <p:cNvSpPr txBox="1"/>
          <p:nvPr/>
        </p:nvSpPr>
        <p:spPr>
          <a:xfrm>
            <a:off x="2788920" y="540467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50" dirty="0"/>
          </a:p>
        </p:txBody>
      </p:sp>
      <p:sp>
        <p:nvSpPr>
          <p:cNvPr id="32" name="Text 27"/>
          <p:cNvSpPr txBox="1"/>
          <p:nvPr/>
        </p:nvSpPr>
        <p:spPr>
          <a:xfrm>
            <a:off x="2788920" y="5633276"/>
            <a:ext cx="2130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5·18 민주화운동의 의미를 세대를 잇는 이야기로 재구성한 AI 영상 완성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5029200" y="1481328"/>
            <a:ext cx="182880" cy="182880"/>
          </a:xfrm>
          <a:prstGeom prst="ellipse">
            <a:avLst/>
          </a:prstGeom>
          <a:solidFill>
            <a:srgbClr val="FF5B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5303520" y="14447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2026.07~08</a:t>
            </a:r>
            <a:endParaRPr lang="en-US" sz="1050" dirty="0"/>
          </a:p>
        </p:txBody>
      </p:sp>
      <p:pic>
        <p:nvPicPr>
          <p:cNvPr id="35" name="Image 2" descr="C:\Users\User\AppData\Local\Temp\claude\c--Users-User-OneDrive-------qwe\a20b4e29-7548-4ba7-bd5f-846dcaf64c0f\scratchpad\rdeck\crop\image12_1.777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874520"/>
            <a:ext cx="2130552" cy="1198436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5029200" y="3210115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F6F4EF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5029200" y="3210115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4인</a:t>
            </a:r>
            <a:endParaRPr lang="en-US" sz="1050" dirty="0"/>
          </a:p>
        </p:txBody>
      </p:sp>
      <p:sp>
        <p:nvSpPr>
          <p:cNvPr id="38" name="Text 32"/>
          <p:cNvSpPr txBox="1"/>
          <p:nvPr/>
        </p:nvSpPr>
        <p:spPr>
          <a:xfrm>
            <a:off x="5029200" y="3621596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GENTLE MONSTER BIO EVOLUTION</a:t>
            </a:r>
            <a:endParaRPr lang="en-US" sz="1300" dirty="0"/>
          </a:p>
        </p:txBody>
      </p:sp>
      <p:sp>
        <p:nvSpPr>
          <p:cNvPr id="39" name="Text 33"/>
          <p:cNvSpPr txBox="1"/>
          <p:nvPr/>
        </p:nvSpPr>
        <p:spPr>
          <a:xfrm>
            <a:off x="5029200" y="412451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레퍼런스 아이웨어 컬렉션 제안</a:t>
            </a:r>
            <a:endParaRPr lang="en-US" sz="950" dirty="0"/>
          </a:p>
        </p:txBody>
      </p:sp>
      <p:sp>
        <p:nvSpPr>
          <p:cNvPr id="40" name="Text 34"/>
          <p:cNvSpPr txBox="1"/>
          <p:nvPr/>
        </p:nvSpPr>
        <p:spPr>
          <a:xfrm>
            <a:off x="5029200" y="462743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950" dirty="0"/>
          </a:p>
        </p:txBody>
      </p:sp>
      <p:sp>
        <p:nvSpPr>
          <p:cNvPr id="41" name="Text 35"/>
          <p:cNvSpPr txBox="1"/>
          <p:nvPr/>
        </p:nvSpPr>
        <p:spPr>
          <a:xfrm>
            <a:off x="5029200" y="4856036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모델링 · 영상 편집</a:t>
            </a:r>
            <a:endParaRPr lang="en-US" sz="1050" dirty="0"/>
          </a:p>
        </p:txBody>
      </p:sp>
      <p:sp>
        <p:nvSpPr>
          <p:cNvPr id="42" name="Text 36"/>
          <p:cNvSpPr txBox="1"/>
          <p:nvPr/>
        </p:nvSpPr>
        <p:spPr>
          <a:xfrm>
            <a:off x="5029200" y="540467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50" dirty="0"/>
          </a:p>
        </p:txBody>
      </p:sp>
      <p:sp>
        <p:nvSpPr>
          <p:cNvPr id="43" name="Text 37"/>
          <p:cNvSpPr txBox="1"/>
          <p:nvPr/>
        </p:nvSpPr>
        <p:spPr>
          <a:xfrm>
            <a:off x="5029200" y="5633276"/>
            <a:ext cx="2130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아이웨어 제품 디자인과 브랜드 필름 2편(Ocean · Bio Evolution) 완성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7269480" y="1481328"/>
            <a:ext cx="182880" cy="182880"/>
          </a:xfrm>
          <a:prstGeom prst="ellipse">
            <a:avLst/>
          </a:prstGeom>
          <a:solidFill>
            <a:srgbClr val="FF5B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7543800" y="14447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</a:t>
            </a:r>
            <a:endParaRPr lang="en-US" sz="1050" dirty="0"/>
          </a:p>
        </p:txBody>
      </p:sp>
      <p:pic>
        <p:nvPicPr>
          <p:cNvPr id="46" name="Image 3" descr="C:\Users\User\AppData\Local\Temp\claude\c--Users-User-OneDrive-------qwe\a20b4e29-7548-4ba7-bd5f-846dcaf64c0f\scratchpad\rdeck\crop\pf_lune_c3_1.7778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874520"/>
            <a:ext cx="2130552" cy="1198436"/>
          </a:xfrm>
          <a:prstGeom prst="rect">
            <a:avLst/>
          </a:prstGeom>
        </p:spPr>
      </p:pic>
      <p:sp>
        <p:nvSpPr>
          <p:cNvPr id="47" name="Shape 40"/>
          <p:cNvSpPr/>
          <p:nvPr/>
        </p:nvSpPr>
        <p:spPr>
          <a:xfrm>
            <a:off x="7269480" y="3210115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7269480" y="3210115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</a:t>
            </a:r>
            <a:endParaRPr lang="en-US" sz="1050" dirty="0"/>
          </a:p>
        </p:txBody>
      </p:sp>
      <p:sp>
        <p:nvSpPr>
          <p:cNvPr id="49" name="Text 42"/>
          <p:cNvSpPr txBox="1"/>
          <p:nvPr/>
        </p:nvSpPr>
        <p:spPr>
          <a:xfrm>
            <a:off x="7269480" y="3621596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LUNE 뤼느</a:t>
            </a:r>
            <a:endParaRPr lang="en-US" sz="1300" dirty="0"/>
          </a:p>
        </p:txBody>
      </p:sp>
      <p:sp>
        <p:nvSpPr>
          <p:cNvPr id="50" name="Text 43"/>
          <p:cNvSpPr txBox="1"/>
          <p:nvPr/>
        </p:nvSpPr>
        <p:spPr>
          <a:xfrm>
            <a:off x="7269480" y="412451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향수 브랜드 필름</a:t>
            </a:r>
            <a:endParaRPr lang="en-US" sz="950" dirty="0"/>
          </a:p>
        </p:txBody>
      </p:sp>
      <p:sp>
        <p:nvSpPr>
          <p:cNvPr id="51" name="Text 44"/>
          <p:cNvSpPr txBox="1"/>
          <p:nvPr/>
        </p:nvSpPr>
        <p:spPr>
          <a:xfrm>
            <a:off x="7269480" y="462743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950" dirty="0"/>
          </a:p>
        </p:txBody>
      </p:sp>
      <p:sp>
        <p:nvSpPr>
          <p:cNvPr id="52" name="Text 45"/>
          <p:cNvSpPr txBox="1"/>
          <p:nvPr/>
        </p:nvSpPr>
        <p:spPr>
          <a:xfrm>
            <a:off x="7269480" y="4856036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AI 이미지/영상 · 음악 · 편집</a:t>
            </a:r>
            <a:endParaRPr lang="en-US" sz="1050" dirty="0"/>
          </a:p>
        </p:txBody>
      </p:sp>
      <p:sp>
        <p:nvSpPr>
          <p:cNvPr id="53" name="Text 46"/>
          <p:cNvSpPr txBox="1"/>
          <p:nvPr/>
        </p:nvSpPr>
        <p:spPr>
          <a:xfrm>
            <a:off x="7269480" y="540467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50" dirty="0"/>
          </a:p>
        </p:txBody>
      </p:sp>
      <p:sp>
        <p:nvSpPr>
          <p:cNvPr id="54" name="Text 47"/>
          <p:cNvSpPr txBox="1"/>
          <p:nvPr/>
        </p:nvSpPr>
        <p:spPr>
          <a:xfrm>
            <a:off x="7269480" y="5633276"/>
            <a:ext cx="2130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키비주얼·영상·BGM이 하나의 톤으로 연결된 브랜드 홍보 콘텐츠 완성</a:t>
            </a:r>
            <a:endParaRPr lang="en-US" sz="950" dirty="0"/>
          </a:p>
        </p:txBody>
      </p:sp>
      <p:sp>
        <p:nvSpPr>
          <p:cNvPr id="55" name="Shape 48"/>
          <p:cNvSpPr/>
          <p:nvPr/>
        </p:nvSpPr>
        <p:spPr>
          <a:xfrm>
            <a:off x="9509760" y="1481328"/>
            <a:ext cx="182880" cy="182880"/>
          </a:xfrm>
          <a:prstGeom prst="ellipse">
            <a:avLst/>
          </a:prstGeom>
          <a:solidFill>
            <a:srgbClr val="FF5B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9784080" y="14447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2026.08~09</a:t>
            </a:r>
            <a:endParaRPr lang="en-US" sz="1050" dirty="0"/>
          </a:p>
        </p:txBody>
      </p:sp>
      <p:pic>
        <p:nvPicPr>
          <p:cNvPr id="57" name="Image 4" descr="C:\Users\User\AppData\Local\Temp\claude\c--Users-User-OneDrive-------qwe\a20b4e29-7548-4ba7-bd5f-846dcaf64c0f\scratchpad\rdeck\crop\pf_green_c2_1.7778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1874520"/>
            <a:ext cx="2130552" cy="1198436"/>
          </a:xfrm>
          <a:prstGeom prst="rect">
            <a:avLst/>
          </a:prstGeom>
        </p:spPr>
      </p:pic>
      <p:sp>
        <p:nvSpPr>
          <p:cNvPr id="58" name="Shape 50"/>
          <p:cNvSpPr/>
          <p:nvPr/>
        </p:nvSpPr>
        <p:spPr>
          <a:xfrm>
            <a:off x="9509760" y="3210115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59" name="Text 51"/>
          <p:cNvSpPr txBox="1"/>
          <p:nvPr/>
        </p:nvSpPr>
        <p:spPr>
          <a:xfrm>
            <a:off x="9509760" y="3210115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</a:t>
            </a:r>
            <a:endParaRPr lang="en-US" sz="1050" dirty="0"/>
          </a:p>
        </p:txBody>
      </p:sp>
      <p:sp>
        <p:nvSpPr>
          <p:cNvPr id="60" name="Text 52"/>
          <p:cNvSpPr txBox="1"/>
          <p:nvPr/>
        </p:nvSpPr>
        <p:spPr>
          <a:xfrm>
            <a:off x="9509760" y="3621596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좋은 tomorrow</a:t>
            </a:r>
            <a:endParaRPr lang="en-US" sz="1300" dirty="0"/>
          </a:p>
        </p:txBody>
      </p:sp>
      <p:sp>
        <p:nvSpPr>
          <p:cNvPr id="61" name="Text 53"/>
          <p:cNvSpPr txBox="1"/>
          <p:nvPr/>
        </p:nvSpPr>
        <p:spPr>
          <a:xfrm>
            <a:off x="9509760" y="412451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그린리모델링 42초 AI 영화제 (국토교통부)</a:t>
            </a:r>
            <a:endParaRPr lang="en-US" sz="950" dirty="0"/>
          </a:p>
        </p:txBody>
      </p:sp>
      <p:sp>
        <p:nvSpPr>
          <p:cNvPr id="62" name="Text 54"/>
          <p:cNvSpPr txBox="1"/>
          <p:nvPr/>
        </p:nvSpPr>
        <p:spPr>
          <a:xfrm>
            <a:off x="9509760" y="462743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950" dirty="0"/>
          </a:p>
        </p:txBody>
      </p:sp>
      <p:sp>
        <p:nvSpPr>
          <p:cNvPr id="63" name="Text 55"/>
          <p:cNvSpPr txBox="1"/>
          <p:nvPr/>
        </p:nvSpPr>
        <p:spPr>
          <a:xfrm>
            <a:off x="9509760" y="4856036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AI 이미지/영상 · 편집</a:t>
            </a:r>
            <a:endParaRPr lang="en-US" sz="1050" dirty="0"/>
          </a:p>
        </p:txBody>
      </p:sp>
      <p:sp>
        <p:nvSpPr>
          <p:cNvPr id="64" name="Text 56"/>
          <p:cNvSpPr txBox="1"/>
          <p:nvPr/>
        </p:nvSpPr>
        <p:spPr>
          <a:xfrm>
            <a:off x="9509760" y="540467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50" dirty="0"/>
          </a:p>
        </p:txBody>
      </p:sp>
      <p:sp>
        <p:nvSpPr>
          <p:cNvPr id="65" name="Text 57"/>
          <p:cNvSpPr txBox="1"/>
          <p:nvPr/>
        </p:nvSpPr>
        <p:spPr>
          <a:xfrm>
            <a:off x="9509760" y="5633276"/>
            <a:ext cx="2130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난방비 문제부터 친환경 주택으로의 재탄생까지 담은 42초 AI 영상 완성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PROJECTS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 — 무엇을 맡았나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64190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정하준 · AI 콘텐츠 제작   06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91672" cy="1517904"/>
          </a:xfrm>
          <a:prstGeom prst="roundRect">
            <a:avLst>
              <a:gd name="adj" fmla="val 6024"/>
            </a:avLst>
          </a:prstGeom>
          <a:solidFill>
            <a:srgbClr val="F6F4EF"/>
          </a:solidFill>
          <a:ln/>
        </p:spPr>
      </p:sp>
      <p:pic>
        <p:nvPicPr>
          <p:cNvPr id="7" name="Image 0" descr="C:\Users\User\AppData\Local\Temp\claude\c--Users-User-OneDrive-------qwe\a20b4e29-7548-4ba7-bd5f-846dcaf64c0f\scratchpad\rdeck\crop\cut_yeoju_1_1.777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2210816" cy="12435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216656" y="1645920"/>
            <a:ext cx="814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세종의 숨결, 여주의 결</a:t>
            </a:r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2026.05 · 팀 5인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0222992" y="166420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5B1F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0222992" y="16642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🏆 본선 진출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3216656" y="20848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3765296" y="2084832"/>
            <a:ext cx="7600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이미지 생성 · 영상 편집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3216656" y="23134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3765296" y="2313432"/>
            <a:ext cx="7600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세종대왕 모티브 인플루언서 캐릭터 '종대'와 장면 이미지를 레퍼런스 기반으로 생성하고, 수묵에서 채색으로 넘어가는 흐름에 맞춰 영상 편집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3216656" y="2542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765296" y="2542032"/>
            <a:ext cx="7600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여주의 역사·문화·관광자원을 AI 뮤직비디오로 재구성한 홍보 영상 완성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3216656" y="27706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툴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3765296" y="2770632"/>
            <a:ext cx="7600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· Gemini · Midjourney · Google Flow · Photoshop · Premiere Pro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48640" y="3090672"/>
            <a:ext cx="11091672" cy="1517904"/>
          </a:xfrm>
          <a:prstGeom prst="roundRect">
            <a:avLst>
              <a:gd name="adj" fmla="val 6024"/>
            </a:avLst>
          </a:prstGeom>
          <a:solidFill>
            <a:srgbClr val="F6F4EF"/>
          </a:solidFill>
          <a:ln/>
        </p:spPr>
      </p:sp>
      <p:pic>
        <p:nvPicPr>
          <p:cNvPr id="20" name="Image 1" descr="C:\Users\User\AppData\Local\Temp\claude\c--Users-User-OneDrive-------qwe\a20b4e29-7548-4ba7-bd5f-846dcaf64c0f\scratchpad\rdeck\crop\cut_memory_1_1.777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27832"/>
            <a:ext cx="2210816" cy="124358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216656" y="3273552"/>
            <a:ext cx="814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기억의 방</a:t>
            </a:r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2026.05~06 · 팀 5인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10222992" y="32918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5B1F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10222992" y="3291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🏆 본선 진출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3216656" y="371246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3765296" y="3712464"/>
            <a:ext cx="7600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이미지 · 캐릭터 보이스 · 영상 편집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3216656" y="394106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3765296" y="3941064"/>
            <a:ext cx="7600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주인공 '유아', AI 기억 복원 시스템 'ARCHIVE-0', ACC 안내 로봇 등 캐릭터·장면 이미지를 생성하고, 등장인물 대사 AI 음성 제작과 영상 편집 담당</a:t>
            </a:r>
            <a:endParaRPr lang="en-US" sz="950" dirty="0"/>
          </a:p>
        </p:txBody>
      </p:sp>
      <p:sp>
        <p:nvSpPr>
          <p:cNvPr id="28" name="Text 23"/>
          <p:cNvSpPr txBox="1"/>
          <p:nvPr/>
        </p:nvSpPr>
        <p:spPr>
          <a:xfrm>
            <a:off x="3216656" y="416966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3765296" y="4169664"/>
            <a:ext cx="7600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5·18 민주화운동의 의미를 세대를 잇는 이야기로 재구성한 AI 영상 완성</a:t>
            </a:r>
            <a:endParaRPr 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3216656" y="439826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툴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3765296" y="4398264"/>
            <a:ext cx="7600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· Gemini · Higgsfield · Google Flow · Photoshop · Premiere Pro · After Effects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548640" y="4718304"/>
            <a:ext cx="11091672" cy="1517904"/>
          </a:xfrm>
          <a:prstGeom prst="roundRect">
            <a:avLst>
              <a:gd name="adj" fmla="val 6024"/>
            </a:avLst>
          </a:prstGeom>
          <a:solidFill>
            <a:srgbClr val="F6F4EF"/>
          </a:solidFill>
          <a:ln/>
        </p:spPr>
      </p:sp>
      <p:pic>
        <p:nvPicPr>
          <p:cNvPr id="33" name="Image 2" descr="C:\Users\User\AppData\Local\Temp\claude\c--Users-User-OneDrive-------qwe\a20b4e29-7548-4ba7-bd5f-846dcaf64c0f\scratchpad\rdeck\crop\image12_1.777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855464"/>
            <a:ext cx="2210816" cy="1243584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3216656" y="4901184"/>
            <a:ext cx="814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GENTLE MONSTER BIO EVOLUTION</a:t>
            </a:r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2026.07~08 · 팀 4인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3216656" y="53400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3765296" y="5340096"/>
            <a:ext cx="7600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모델링 · 영상 편집</a:t>
            </a:r>
            <a:endParaRPr lang="en-US" sz="950" dirty="0"/>
          </a:p>
        </p:txBody>
      </p:sp>
      <p:sp>
        <p:nvSpPr>
          <p:cNvPr id="37" name="Text 31"/>
          <p:cNvSpPr txBox="1"/>
          <p:nvPr/>
        </p:nvSpPr>
        <p:spPr>
          <a:xfrm>
            <a:off x="3216656" y="55686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3765296" y="5568696"/>
            <a:ext cx="7600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Cinema 4D 제품 3D 모델링과 광고 영상 편집을 맡아 생물의 진화 콘셉트를 제품과 영상으로 구현</a:t>
            </a:r>
            <a:endParaRPr lang="en-US" sz="950" dirty="0"/>
          </a:p>
        </p:txBody>
      </p:sp>
      <p:sp>
        <p:nvSpPr>
          <p:cNvPr id="39" name="Text 33"/>
          <p:cNvSpPr txBox="1"/>
          <p:nvPr/>
        </p:nvSpPr>
        <p:spPr>
          <a:xfrm>
            <a:off x="3216656" y="57972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3765296" y="5797296"/>
            <a:ext cx="7600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아이웨어 제품 디자인과 브랜드 필름 2편(Ocean · Bio Evolution) 완성</a:t>
            </a:r>
            <a:endParaRPr lang="en-US" sz="950" dirty="0"/>
          </a:p>
        </p:txBody>
      </p:sp>
      <p:sp>
        <p:nvSpPr>
          <p:cNvPr id="41" name="Text 35"/>
          <p:cNvSpPr txBox="1"/>
          <p:nvPr/>
        </p:nvSpPr>
        <p:spPr>
          <a:xfrm>
            <a:off x="3216656" y="60258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툴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3765296" y="6025896"/>
            <a:ext cx="7600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Cinema 4D · Photoshop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PERSONAL PROJECTS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프로젝트 — 혼자 끝까지 완성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64190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정하준 · AI 콘텐츠 제작   07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91672" cy="2286000"/>
          </a:xfrm>
          <a:prstGeom prst="roundRect">
            <a:avLst>
              <a:gd name="adj" fmla="val 4000"/>
            </a:avLst>
          </a:prstGeom>
          <a:solidFill>
            <a:srgbClr val="F6F4EF"/>
          </a:solidFill>
          <a:ln/>
        </p:spPr>
      </p:sp>
      <p:pic>
        <p:nvPicPr>
          <p:cNvPr id="7" name="Image 0" descr="C:\Users\User\AppData\Local\Temp\claude\c--Users-User-OneDrive-------qwe\a20b4e29-7548-4ba7-bd5f-846dcaf64c0f\scratchpad\rdeck\crop\pf_lune_c3_1.777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3576320" cy="2011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82160" y="1645920"/>
            <a:ext cx="6783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LUNE 뤼느</a:t>
            </a:r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2026.09 · 개인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582160" y="20848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130800" y="2084832"/>
            <a:ext cx="623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AI 이미지/영상 · 음악 · 편집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4582160" y="24688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130800" y="2468880"/>
            <a:ext cx="623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콘셉트 설정부터 AI 이미지·영상 생성, 음악, 편집까지 전 과정을 1인 수행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4582160" y="28529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5130800" y="2852928"/>
            <a:ext cx="623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키비주얼·영상·BGM이 하나의 톤으로 연결된 브랜드 홍보 콘텐츠 완성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582160" y="32369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툴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130800" y="3236976"/>
            <a:ext cx="623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· Runway · Suno · Premiere Pro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3858768"/>
            <a:ext cx="11091672" cy="2286000"/>
          </a:xfrm>
          <a:prstGeom prst="roundRect">
            <a:avLst>
              <a:gd name="adj" fmla="val 4000"/>
            </a:avLst>
          </a:prstGeom>
          <a:solidFill>
            <a:srgbClr val="F6F4EF"/>
          </a:solidFill>
          <a:ln/>
        </p:spPr>
      </p:sp>
      <p:pic>
        <p:nvPicPr>
          <p:cNvPr id="18" name="Image 1" descr="C:\Users\User\AppData\Local\Temp\claude\c--Users-User-OneDrive-------qwe\a20b4e29-7548-4ba7-bd5f-846dcaf64c0f\scratchpad\rdeck\crop\pf_green_c2_1.777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995928"/>
            <a:ext cx="3576320" cy="20116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582160" y="4041648"/>
            <a:ext cx="6783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좋은 tomorrow</a:t>
            </a:r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2026.08~09 · 개인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582160" y="44805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5130800" y="4480560"/>
            <a:ext cx="623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AI 이미지/영상 · 편집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582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5130800" y="4864608"/>
            <a:ext cx="623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기획부터 AI 이미지·영상 생성, 편집까지 1인 수행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582160" y="524865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5130800" y="5248656"/>
            <a:ext cx="623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난방비 문제부터 친환경 주택으로의 재탄생까지 담은 42초 AI 영상 완성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4582160" y="56327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툴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5130800" y="5632704"/>
            <a:ext cx="623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· Higgsfield · Premiere Pro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COVER LETTER 1 · 직무 성장 과정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툴을 고르는 기준부터 세운 AI 콘텐츠 제작자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64190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정하준 · AI 콘텐츠 제작   08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툴을 많이 다루는 데서 그치지 않고, 목적에 맞는 도구를 골라 결과물을 하나로 연결하는 제작자로 성장했습니다.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2670048" cy="2240280"/>
          </a:xfrm>
          <a:prstGeom prst="roundRect">
            <a:avLst>
              <a:gd name="adj" fmla="val 4082"/>
            </a:avLst>
          </a:prstGeom>
          <a:solidFill>
            <a:srgbClr val="F6F4E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3042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70048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Photoshop · Illustrator 그래픽 작업에서 머릿속 장면을 이미지로 옮기는 데 시간이 오래 걸림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55848" y="2103120"/>
            <a:ext cx="2670048" cy="2240280"/>
          </a:xfrm>
          <a:prstGeom prst="roundRect">
            <a:avLst>
              <a:gd name="adj" fmla="val 4082"/>
            </a:avLst>
          </a:prstGeom>
          <a:solidFill>
            <a:srgbClr val="F6F4E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84448" y="23042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3584448" y="2670048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 툴을 도입했지만 툴마다 결과물 특성이 달라 무엇을 언제 써야 할지 기준이 필요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63056" y="2103120"/>
            <a:ext cx="2670048" cy="2240280"/>
          </a:xfrm>
          <a:prstGeom prst="roundRect">
            <a:avLst>
              <a:gd name="adj" fmla="val 4082"/>
            </a:avLst>
          </a:prstGeom>
          <a:solidFill>
            <a:srgbClr val="F6F4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91656" y="23042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391656" y="2670048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· Gemini · Midjourney · Runway에 같은 과제를 주고 결과를 비교해 툴별 강점·한계와 프롬프트 구조를 기록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970264" y="2103120"/>
            <a:ext cx="2670048" cy="2240280"/>
          </a:xfrm>
          <a:prstGeom prst="roundRect">
            <a:avLst>
              <a:gd name="adj" fmla="val 4082"/>
            </a:avLst>
          </a:prstGeom>
          <a:solidFill>
            <a:srgbClr val="FFEDE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198864" y="23042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9198864" y="2670048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→ 이미지·영상 생성 → 편집을 하나의 제작 흐름으로 연결. 개인 프로젝트 '뤼느'에서 전 과정 1인 적용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앞으로도 목적에 맞는 도구를 고르고 연결하는 기준으로, 기획 의도가 분명히 드러나는 콘텐츠를 만들겠습니다.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COVER LETTER 2 · 프로젝트 수행 경험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브랜드를 처음부터 설계해 하나의 콘텐츠로 완성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64190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정하준 · AI 콘텐츠 제작   09</a:t>
            </a:r>
            <a:endParaRPr lang="en-US" sz="900" dirty="0"/>
          </a:p>
        </p:txBody>
      </p:sp>
      <p:pic>
        <p:nvPicPr>
          <p:cNvPr id="6" name="Image 0" descr="C:\Users\User\AppData\Local\Temp\claude\c--Users-User-OneDrive-------qwe\a20b4e29-7548-4ba7-bd5f-846dcaf64c0f\scratchpad\rdeck\crop\pf_lune_c1_1.777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566160" cy="2005965"/>
          </a:xfrm>
          <a:prstGeom prst="rect">
            <a:avLst/>
          </a:prstGeom>
        </p:spPr>
      </p:pic>
      <p:pic>
        <p:nvPicPr>
          <p:cNvPr id="7" name="Image 1" descr="C:\Users\User\AppData\Local\Temp\claude\c--Users-User-OneDrive-------qwe\a20b4e29-7548-4ba7-bd5f-846dcaf64c0f\scratchpad\rdeck\crop\pf_lune_c3_1.777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371600"/>
            <a:ext cx="3566160" cy="200596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046720" y="14173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LUNE 뤼느 · 개인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달빛을 뜻하는 프랑스어에서 이름을 가져온 미니멀 럭셔리 향수 브랜드를 설정하고, 기획 · 이미지/영상 생성 · 음악 · 편집 전 과정을 직접 수행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548640" y="3611880"/>
            <a:ext cx="2670048" cy="2240280"/>
          </a:xfrm>
          <a:prstGeom prst="roundRect">
            <a:avLst>
              <a:gd name="adj" fmla="val 4082"/>
            </a:avLst>
          </a:prstGeom>
          <a:solidFill>
            <a:srgbClr val="F6F4EF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777240" y="3813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1250" dirty="0"/>
          </a:p>
        </p:txBody>
      </p:sp>
      <p:sp>
        <p:nvSpPr>
          <p:cNvPr id="11" name="Text 6"/>
          <p:cNvSpPr txBox="1"/>
          <p:nvPr/>
        </p:nvSpPr>
        <p:spPr>
          <a:xfrm>
            <a:off x="777240" y="4178808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실존하지 않는 브랜드라 참고할 브랜드 자산이나 톤앤매너가 없음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3355848" y="3611880"/>
            <a:ext cx="2670048" cy="2240280"/>
          </a:xfrm>
          <a:prstGeom prst="roundRect">
            <a:avLst>
              <a:gd name="adj" fmla="val 4082"/>
            </a:avLst>
          </a:prstGeom>
          <a:solidFill>
            <a:srgbClr val="F6F4EF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3584448" y="3813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3584448" y="4178808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보이지 않는 '향'을 시각화하고, 키비주얼 · 영상 · 음악을 하나의 아이덴티티로 연결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163056" y="3611880"/>
            <a:ext cx="2670048" cy="2240280"/>
          </a:xfrm>
          <a:prstGeom prst="roundRect">
            <a:avLst>
              <a:gd name="adj" fmla="val 4082"/>
            </a:avLst>
          </a:prstGeom>
          <a:solidFill>
            <a:srgbClr val="F6F4E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6391656" y="3813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6391656" y="4178808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'고요한 밤의 향기' 콘셉트와 다크네이비 · 골드 기준 설정 → ChatGPT 키비주얼 → Runway 영상 확장 → Suno 음악 → Premiere 편집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970264" y="3611880"/>
            <a:ext cx="2670048" cy="2240280"/>
          </a:xfrm>
          <a:prstGeom prst="roundRect">
            <a:avLst>
              <a:gd name="adj" fmla="val 4082"/>
            </a:avLst>
          </a:prstGeom>
          <a:solidFill>
            <a:srgbClr val="FFEDE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9198864" y="3813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9198864" y="4178808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톤으로 연결된 브랜드 콘텐츠 완성. 여러 AI 결과물을 하나로 통합하는 역량 확보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COVER LETTER 3 · 문제 해결 경험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시트로 장면마다 달라지던 주인공을 하나로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64190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정하준 · AI 콘텐츠 제작   10</a:t>
            </a:r>
            <a:endParaRPr lang="en-US" sz="900" dirty="0"/>
          </a:p>
        </p:txBody>
      </p:sp>
      <p:pic>
        <p:nvPicPr>
          <p:cNvPr id="6" name="Image 0" descr="C:\Users\User\AppData\Local\Temp\claude\c--Users-User-OneDrive-------qwe\a20b4e29-7548-4ba7-bd5f-846dcaf64c0f\scratchpad\rdeck\crop\cut_memory_3_1.777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377440" cy="1337310"/>
          </a:xfrm>
          <a:prstGeom prst="rect">
            <a:avLst/>
          </a:prstGeom>
        </p:spPr>
      </p:pic>
      <p:pic>
        <p:nvPicPr>
          <p:cNvPr id="7" name="Image 1" descr="C:\Users\User\AppData\Local\Temp\claude\c--Users-User-OneDrive-------qwe\a20b4e29-7548-4ba7-bd5f-846dcaf64c0f\scratchpad\rdeck\crop\cut_memory_1_1.777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1371600"/>
            <a:ext cx="2377440" cy="1337310"/>
          </a:xfrm>
          <a:prstGeom prst="rect">
            <a:avLst/>
          </a:prstGeom>
        </p:spPr>
      </p:pic>
      <p:pic>
        <p:nvPicPr>
          <p:cNvPr id="8" name="Image 2" descr="C:\Users\User\AppData\Local\Temp\claude\c--Users-User-OneDrive-------qwe\a20b4e29-7548-4ba7-bd5f-846dcaf64c0f\scratchpad\rdeck\crop\cut_memory_2_1.777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76" y="1371600"/>
            <a:ext cx="2377440" cy="133731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8183880" y="14173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기억의 방 · 팀 5인 · ACC 공모전 본선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거실(아날로그) ↔ 디지털 아카이브(SF)를 오가는 장면에서도 주인공 '유아'가 같은 인물로 보이도록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548640" y="3291840"/>
            <a:ext cx="2670048" cy="2468880"/>
          </a:xfrm>
          <a:prstGeom prst="roundRect">
            <a:avLst>
              <a:gd name="adj" fmla="val 3704"/>
            </a:avLst>
          </a:prstGeom>
          <a:solidFill>
            <a:srgbClr val="F6F4EF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777240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1250" dirty="0"/>
          </a:p>
        </p:txBody>
      </p:sp>
      <p:sp>
        <p:nvSpPr>
          <p:cNvPr id="12" name="Text 6"/>
          <p:cNvSpPr txBox="1"/>
          <p:nvPr/>
        </p:nvSpPr>
        <p:spPr>
          <a:xfrm>
            <a:off x="777240" y="3858768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조명·배경이 바뀔 때마다 유아의 얼굴 · 헤어 · 교복이 달라져 같은 인물로 보이지 않음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3355848" y="3291840"/>
            <a:ext cx="2670048" cy="2468880"/>
          </a:xfrm>
          <a:prstGeom prst="roundRect">
            <a:avLst>
              <a:gd name="adj" fmla="val 3704"/>
            </a:avLst>
          </a:prstGeom>
          <a:solidFill>
            <a:srgbClr val="F6F4EF"/>
          </a:solidFill>
          <a:ln/>
        </p:spPr>
      </p:sp>
      <p:sp>
        <p:nvSpPr>
          <p:cNvPr id="14" name="Text 8"/>
          <p:cNvSpPr txBox="1"/>
          <p:nvPr/>
        </p:nvSpPr>
        <p:spPr>
          <a:xfrm>
            <a:off x="3584448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</a:t>
            </a:r>
            <a:endParaRPr lang="en-US" sz="1250" dirty="0"/>
          </a:p>
        </p:txBody>
      </p:sp>
      <p:sp>
        <p:nvSpPr>
          <p:cNvPr id="15" name="Text 9"/>
          <p:cNvSpPr txBox="1"/>
          <p:nvPr/>
        </p:nvSpPr>
        <p:spPr>
          <a:xfrm>
            <a:off x="3584448" y="3858768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주인공이 흔들리면 '세대를 잇는 기억'이라는 메시지가 약해짐 — 일관성 확보가 핵심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163056" y="3291840"/>
            <a:ext cx="2670048" cy="2468880"/>
          </a:xfrm>
          <a:prstGeom prst="roundRect">
            <a:avLst>
              <a:gd name="adj" fmla="val 3704"/>
            </a:avLst>
          </a:prstGeom>
          <a:solidFill>
            <a:srgbClr val="F6F4EF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6391656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6391656" y="3858768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 생성을 멈추고 캐릭터 시트 제작 → 모든 컷에 레퍼런스로 적용 → 인물 묘사와 조명·배경 프롬프트를 분리 → 기준 벗어난 컷 재생성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8970264" y="3291840"/>
            <a:ext cx="2670048" cy="2468880"/>
          </a:xfrm>
          <a:prstGeom prst="roundRect">
            <a:avLst>
              <a:gd name="adj" fmla="val 3704"/>
            </a:avLst>
          </a:prstGeom>
          <a:solidFill>
            <a:srgbClr val="FFEDE5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9198864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9198864" y="3858768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장면에서 같은 인물로 자연스럽게 연결. 이후 '캐릭터 시트 먼저'를 제작 원칙으로 삼음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COVER LETTER 4 · 지원 동기 및 포부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제작 속도와 완성도를 함께 높이는 제작자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64190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정하준 · AI 콘텐츠 제작   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F6F4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동기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874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플랫폼마다 다른 포맷으로 빠르게 만들면서도 브랜드의 일관된 인상을 지키는 것이 콘텐츠의 경쟁력입니다. AI 생성 기술로 속도를 높이면서 톤앤매너를 지키는 제작이 제가 쌓아온 역량과 맞닿아 있어 지원했습니다.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준비된 역량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38328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E1D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493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AI 툴 조합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813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뤼느 — 기획부터 결과물까지 1인 완성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97680" y="338328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E1D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26280" y="3493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시행착오 조정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3813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기억의 방 — 캐릭터 시트로 일관성 해결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46720" y="338328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E1D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75320" y="3493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비주얼 맞춤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3813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이미지 · 영상 편집 · 3D 모델링 담당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 후 계획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484632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11111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" y="4983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 초기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53218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콘텐츠 · 브랜드 톤앤매너 · 제작 프로세스를 꼼꼼히 파악하며 팀 협업 흐름 익히기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160520" y="53035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297680" y="484632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11111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526280" y="4983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4526280" y="53218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시안 제작과 반복 작업 효율화로 제작 시간을 줄이고 플랫폼별 콘텐츠 제작에 기여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7909560" y="53035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046720" y="484632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F5B1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275320" y="4983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8275320" y="53218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쓰는 사람을 넘어 제작 속도와 품질을 동시에 높이는 콘텐츠 제작자로 성장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737360"/>
            <a:ext cx="548640" cy="54864"/>
          </a:xfrm>
          <a:prstGeom prst="rect">
            <a:avLst/>
          </a:prstGeom>
          <a:solidFill>
            <a:srgbClr val="FF5B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1965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9718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작업물과 원본 영상은 포트폴리오 사이트에서 바로 확인하실 수 있습니다.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526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hajun7944-prog.github.io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4526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hajun7944@naver.com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0100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5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4526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010-9705-7944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정하준 — AI 콘텐츠 제작 지원 (이력서 · 자기소개서)</dc:title>
  <dc:subject>PptxGenJS Presentation</dc:subject>
  <dc:creator>정하준</dc:creator>
  <cp:lastModifiedBy>정하준</cp:lastModifiedBy>
  <cp:revision>1</cp:revision>
  <dcterms:created xsi:type="dcterms:W3CDTF">2026-10-01T03:33:00Z</dcterms:created>
  <dcterms:modified xsi:type="dcterms:W3CDTF">2026-10-01T03:33:00Z</dcterms:modified>
</cp:coreProperties>
</file>