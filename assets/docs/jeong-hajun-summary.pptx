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 프로젝트 3편과 개인 프로젝트 2편의 기간, 구성, 역할입니다.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자기소개서 4개 항목을 한 장에 요약했습니다.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hajun7944-prog.github.io" TargetMode="External"/><Relationship Id="rId2" Type="http://schemas.openxmlformats.org/officeDocument/2006/relationships/image" Target="../media/image-1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콘텐츠 제작 · 신입 지원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정하준</a:t>
            </a:r>
            <a:pPr indent="0" marL="0">
              <a:buNone/>
            </a:pPr>
            <a:r>
              <a:rPr lang="en-US" sz="1400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이력서 · 자기소개서 요약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949440" y="38404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DD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010-9705-7944   ·   hajun7944@naver.com</a:t>
            </a:r>
            <a:endParaRPr lang="en-US" sz="115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150" u="sng" dirty="0">
                <a:solidFill>
                  <a:srgbClr val="DD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hajun7944-prog.github.io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3017520" cy="4663440"/>
          </a:xfrm>
          <a:prstGeom prst="roundRect">
            <a:avLst>
              <a:gd name="adj" fmla="val 3636"/>
            </a:avLst>
          </a:prstGeom>
          <a:solidFill>
            <a:srgbClr val="F6F4EF"/>
          </a:solidFill>
          <a:ln/>
        </p:spPr>
      </p:sp>
      <p:pic>
        <p:nvPicPr>
          <p:cNvPr id="7" name="Image 0" descr="C:\Users\User\AppData\Local\Temp\claude\c--Users-User-OneDrive-------qwe\a20b4e29-7548-4ba7-bd5f-846dcaf64c0f\scratchpad\rdeck\img\photo_x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783080"/>
            <a:ext cx="1371600" cy="1828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8404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3840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콘텐츠 제작 · 신입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27024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입사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4270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 출근 가능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70001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417320" y="470001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2000.12.01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5129784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거주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51297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금천구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55595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병역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55595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육군 병장 만기 전역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3931920" y="1572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 요약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1874520"/>
            <a:ext cx="7708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이미지·영상 생성과 편집·3D 제작을 연결해 기획부터 결과물까지 완성하는 AI 콘텐츠 제작자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931920" y="269748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4E1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14800" y="281635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pPr indent="0" marL="0">
              <a:buNone/>
            </a:pPr>
            <a:r>
              <a:rPr lang="en-US" sz="120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편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4114800" y="33101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중심 프로젝트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879592" y="269748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4E1D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062472" y="281635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pPr indent="0" marL="0">
              <a:buNone/>
            </a:pPr>
            <a:r>
              <a:rPr lang="en-US" sz="120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회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6062472" y="33101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본선 진출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7827264" y="269748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4E1D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10144" y="281635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1,120</a:t>
            </a:r>
            <a:pPr indent="0" marL="0">
              <a:buNone/>
            </a:pPr>
            <a:r>
              <a:rPr lang="en-US" sz="120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H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8010144" y="33101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콘텐츠 교육 이수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9774936" y="269748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4E1D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957816" y="281635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pPr indent="0" marL="0">
              <a:buNone/>
            </a:pPr>
            <a:r>
              <a:rPr lang="en-US" sz="120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</a:t>
            </a:r>
            <a:endParaRPr lang="en-US" sz="2600" dirty="0"/>
          </a:p>
        </p:txBody>
      </p:sp>
      <p:sp>
        <p:nvSpPr>
          <p:cNvPr id="31" name="Text 28"/>
          <p:cNvSpPr txBox="1"/>
          <p:nvPr/>
        </p:nvSpPr>
        <p:spPr>
          <a:xfrm>
            <a:off x="9957816" y="33101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활용 툴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3931920" y="4023360"/>
            <a:ext cx="7708392" cy="0"/>
          </a:xfrm>
          <a:prstGeom prst="line">
            <a:avLst/>
          </a:prstGeom>
          <a:noFill/>
          <a:ln w="9525">
            <a:solidFill>
              <a:srgbClr val="E4E1D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931920" y="416966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663440" y="4169664"/>
            <a:ext cx="6976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대구가톨릭대학교 전기공학과 (4년제) · 학점 3.7/4.5 · 2026.02 졸업예정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931920" y="4572000"/>
            <a:ext cx="7708392" cy="0"/>
          </a:xfrm>
          <a:prstGeom prst="line">
            <a:avLst/>
          </a:prstGeom>
          <a:noFill/>
          <a:ln w="9525">
            <a:solidFill>
              <a:srgbClr val="E4E1D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31920" y="471830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663440" y="4718304"/>
            <a:ext cx="6976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[KBS미디어] AI 활용 실감형 미디어 콘텐츠 제작자 과정 · 1,120H (2026.04~10)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3931920" y="5120640"/>
            <a:ext cx="7708392" cy="0"/>
          </a:xfrm>
          <a:prstGeom prst="line">
            <a:avLst/>
          </a:prstGeom>
          <a:noFill/>
          <a:ln w="9525">
            <a:solidFill>
              <a:srgbClr val="E4E1D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931920" y="52669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663440" y="5266944"/>
            <a:ext cx="6976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멀티미디어콘텐츠제작전문가 1차 필기 합격 · GTQi 1급 일러스트레이터 · 1종 보통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3931920" y="5669280"/>
            <a:ext cx="7708392" cy="0"/>
          </a:xfrm>
          <a:prstGeom prst="line">
            <a:avLst/>
          </a:prstGeom>
          <a:noFill/>
          <a:ln w="9525">
            <a:solidFill>
              <a:srgbClr val="E4E1D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931920" y="581558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역량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663440" y="5815584"/>
            <a:ext cx="6976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이미지·영상·음악 생성 · Premiere Pro / After Effects 편집 · Cinema 4D 3D 모델링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5편 한눈에 보기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6419088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정하준 · AI 콘텐츠 제작   02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572768"/>
            <a:ext cx="11091672" cy="0"/>
          </a:xfrm>
          <a:prstGeom prst="line">
            <a:avLst/>
          </a:prstGeom>
          <a:noFill/>
          <a:ln w="19050">
            <a:solidFill>
              <a:srgbClr val="E4E1D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481328"/>
            <a:ext cx="182880" cy="182880"/>
          </a:xfrm>
          <a:prstGeom prst="ellipse">
            <a:avLst/>
          </a:prstGeom>
          <a:solidFill>
            <a:srgbClr val="FF5B1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444752"/>
            <a:ext cx="1856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2026.05</a:t>
            </a:r>
            <a:endParaRPr lang="en-US" sz="1050" dirty="0"/>
          </a:p>
        </p:txBody>
      </p:sp>
      <p:pic>
        <p:nvPicPr>
          <p:cNvPr id="9" name="Image 0" descr="C:\Users\User\AppData\Local\Temp\claude\c--Users-User-OneDrive-------qwe\a20b4e29-7548-4ba7-bd5f-846dcaf64c0f\scratchpad\rdeck\crop\cut_yeoju_1_1.77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2130552" cy="119843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0080" y="196596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FF5B1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0080" y="19659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🏆 본선 진출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48640" y="3210115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F6F4E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48640" y="3210115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5인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621596"/>
            <a:ext cx="2130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세종의 숨결, 여주의 결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124515"/>
            <a:ext cx="2130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여주 AI 뮤직비디오 공모전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4627436"/>
            <a:ext cx="2130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4856036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이미지 생성 · 영상 편집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5404676"/>
            <a:ext cx="2130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633276"/>
            <a:ext cx="2130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여주의 역사·문화·관광자원을 AI 뮤직비디오로 재구성한 홍보 영상 완성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2788920" y="1481328"/>
            <a:ext cx="182880" cy="182880"/>
          </a:xfrm>
          <a:prstGeom prst="ellipse">
            <a:avLst/>
          </a:prstGeom>
          <a:solidFill>
            <a:srgbClr val="FF5B1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063240" y="1444752"/>
            <a:ext cx="1856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2026.05~06</a:t>
            </a:r>
            <a:endParaRPr lang="en-US" sz="1050" dirty="0"/>
          </a:p>
        </p:txBody>
      </p:sp>
      <p:pic>
        <p:nvPicPr>
          <p:cNvPr id="22" name="Image 1" descr="C:\Users\User\AppData\Local\Temp\claude\c--Users-User-OneDrive-------qwe\a20b4e29-7548-4ba7-bd5f-846dcaf64c0f\scratchpad\rdeck\crop\cut_memory_1_1.777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874520"/>
            <a:ext cx="2130552" cy="1198436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2880360" y="196596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FF5B1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2880360" y="19659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🏆 본선 진출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2788920" y="3210115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F6F4EF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2788920" y="3210115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5인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2788920" y="3621596"/>
            <a:ext cx="2130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기억의 방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2788920" y="4124515"/>
            <a:ext cx="2130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 민주인권평화 영상(+AI) 공모전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2788920" y="4627436"/>
            <a:ext cx="2130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2788920" y="4856036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이미지 · 캐릭터 보이스 · 영상 편집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2788920" y="5404676"/>
            <a:ext cx="2130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2788920" y="5633276"/>
            <a:ext cx="2130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5·18 민주화운동의 의미를 세대를 잇는 이야기로 재구성한 AI 영상 완성</a:t>
            </a:r>
            <a:endParaRPr lang="en-US" sz="950" dirty="0"/>
          </a:p>
        </p:txBody>
      </p:sp>
      <p:sp>
        <p:nvSpPr>
          <p:cNvPr id="33" name="Shape 28"/>
          <p:cNvSpPr/>
          <p:nvPr/>
        </p:nvSpPr>
        <p:spPr>
          <a:xfrm>
            <a:off x="5029200" y="1481328"/>
            <a:ext cx="182880" cy="182880"/>
          </a:xfrm>
          <a:prstGeom prst="ellipse">
            <a:avLst/>
          </a:prstGeom>
          <a:solidFill>
            <a:srgbClr val="FF5B1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5303520" y="1444752"/>
            <a:ext cx="1856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2026.07~08</a:t>
            </a:r>
            <a:endParaRPr lang="en-US" sz="1050" dirty="0"/>
          </a:p>
        </p:txBody>
      </p:sp>
      <p:pic>
        <p:nvPicPr>
          <p:cNvPr id="35" name="Image 2" descr="C:\Users\User\AppData\Local\Temp\claude\c--Users-User-OneDrive-------qwe\a20b4e29-7548-4ba7-bd5f-846dcaf64c0f\scratchpad\rdeck\crop\image12_1.7778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874520"/>
            <a:ext cx="2130552" cy="1198436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5029200" y="3210115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F6F4EF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5029200" y="3210115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4인</a:t>
            </a:r>
            <a:endParaRPr lang="en-US" sz="1050" dirty="0"/>
          </a:p>
        </p:txBody>
      </p:sp>
      <p:sp>
        <p:nvSpPr>
          <p:cNvPr id="38" name="Text 32"/>
          <p:cNvSpPr txBox="1"/>
          <p:nvPr/>
        </p:nvSpPr>
        <p:spPr>
          <a:xfrm>
            <a:off x="5029200" y="3621596"/>
            <a:ext cx="2130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GENTLE MONSTER BIO EVOLUTION</a:t>
            </a:r>
            <a:endParaRPr lang="en-US" sz="1300" dirty="0"/>
          </a:p>
        </p:txBody>
      </p:sp>
      <p:sp>
        <p:nvSpPr>
          <p:cNvPr id="39" name="Text 33"/>
          <p:cNvSpPr txBox="1"/>
          <p:nvPr/>
        </p:nvSpPr>
        <p:spPr>
          <a:xfrm>
            <a:off x="5029200" y="4124515"/>
            <a:ext cx="2130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레퍼런스 아이웨어 컬렉션 제안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5029200" y="4627436"/>
            <a:ext cx="2130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950" dirty="0"/>
          </a:p>
        </p:txBody>
      </p:sp>
      <p:sp>
        <p:nvSpPr>
          <p:cNvPr id="41" name="Text 35"/>
          <p:cNvSpPr txBox="1"/>
          <p:nvPr/>
        </p:nvSpPr>
        <p:spPr>
          <a:xfrm>
            <a:off x="5029200" y="4856036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모델링 · 영상 편집</a:t>
            </a:r>
            <a:endParaRPr lang="en-US" sz="1050" dirty="0"/>
          </a:p>
        </p:txBody>
      </p:sp>
      <p:sp>
        <p:nvSpPr>
          <p:cNvPr id="42" name="Text 36"/>
          <p:cNvSpPr txBox="1"/>
          <p:nvPr/>
        </p:nvSpPr>
        <p:spPr>
          <a:xfrm>
            <a:off x="5029200" y="5404676"/>
            <a:ext cx="2130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5029200" y="5633276"/>
            <a:ext cx="2130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아이웨어 제품 디자인과 브랜드 필름 2편(Ocean · Bio Evolution) 완성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7269480" y="1481328"/>
            <a:ext cx="182880" cy="182880"/>
          </a:xfrm>
          <a:prstGeom prst="ellipse">
            <a:avLst/>
          </a:prstGeom>
          <a:solidFill>
            <a:srgbClr val="FF5B1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543800" y="1444752"/>
            <a:ext cx="1856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</a:t>
            </a:r>
            <a:endParaRPr lang="en-US" sz="1050" dirty="0"/>
          </a:p>
        </p:txBody>
      </p:sp>
      <p:pic>
        <p:nvPicPr>
          <p:cNvPr id="46" name="Image 3" descr="C:\Users\User\AppData\Local\Temp\claude\c--Users-User-OneDrive-------qwe\a20b4e29-7548-4ba7-bd5f-846dcaf64c0f\scratchpad\rdeck\crop\pf_lune_c3_1.7778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874520"/>
            <a:ext cx="2130552" cy="1198436"/>
          </a:xfrm>
          <a:prstGeom prst="rect">
            <a:avLst/>
          </a:prstGeom>
        </p:spPr>
      </p:pic>
      <p:sp>
        <p:nvSpPr>
          <p:cNvPr id="47" name="Shape 40"/>
          <p:cNvSpPr/>
          <p:nvPr/>
        </p:nvSpPr>
        <p:spPr>
          <a:xfrm>
            <a:off x="7269480" y="3210115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48" name="Text 41"/>
          <p:cNvSpPr txBox="1"/>
          <p:nvPr/>
        </p:nvSpPr>
        <p:spPr>
          <a:xfrm>
            <a:off x="7269480" y="3210115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en-US" sz="1050" dirty="0"/>
          </a:p>
        </p:txBody>
      </p:sp>
      <p:sp>
        <p:nvSpPr>
          <p:cNvPr id="49" name="Text 42"/>
          <p:cNvSpPr txBox="1"/>
          <p:nvPr/>
        </p:nvSpPr>
        <p:spPr>
          <a:xfrm>
            <a:off x="7269480" y="3621596"/>
            <a:ext cx="2130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LUNE 뤼느</a:t>
            </a:r>
            <a:endParaRPr lang="en-US" sz="1300" dirty="0"/>
          </a:p>
        </p:txBody>
      </p:sp>
      <p:sp>
        <p:nvSpPr>
          <p:cNvPr id="50" name="Text 43"/>
          <p:cNvSpPr txBox="1"/>
          <p:nvPr/>
        </p:nvSpPr>
        <p:spPr>
          <a:xfrm>
            <a:off x="7269480" y="4124515"/>
            <a:ext cx="2130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향수 브랜드 필름</a:t>
            </a:r>
            <a:endParaRPr lang="en-US" sz="950" dirty="0"/>
          </a:p>
        </p:txBody>
      </p:sp>
      <p:sp>
        <p:nvSpPr>
          <p:cNvPr id="51" name="Text 44"/>
          <p:cNvSpPr txBox="1"/>
          <p:nvPr/>
        </p:nvSpPr>
        <p:spPr>
          <a:xfrm>
            <a:off x="7269480" y="4627436"/>
            <a:ext cx="2130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950" dirty="0"/>
          </a:p>
        </p:txBody>
      </p:sp>
      <p:sp>
        <p:nvSpPr>
          <p:cNvPr id="52" name="Text 45"/>
          <p:cNvSpPr txBox="1"/>
          <p:nvPr/>
        </p:nvSpPr>
        <p:spPr>
          <a:xfrm>
            <a:off x="7269480" y="4856036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AI 이미지/영상 · 음악 · 편집</a:t>
            </a:r>
            <a:endParaRPr lang="en-US" sz="1050" dirty="0"/>
          </a:p>
        </p:txBody>
      </p:sp>
      <p:sp>
        <p:nvSpPr>
          <p:cNvPr id="53" name="Text 46"/>
          <p:cNvSpPr txBox="1"/>
          <p:nvPr/>
        </p:nvSpPr>
        <p:spPr>
          <a:xfrm>
            <a:off x="7269480" y="5404676"/>
            <a:ext cx="2130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50" dirty="0"/>
          </a:p>
        </p:txBody>
      </p:sp>
      <p:sp>
        <p:nvSpPr>
          <p:cNvPr id="54" name="Text 47"/>
          <p:cNvSpPr txBox="1"/>
          <p:nvPr/>
        </p:nvSpPr>
        <p:spPr>
          <a:xfrm>
            <a:off x="7269480" y="5633276"/>
            <a:ext cx="2130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키비주얼·영상·BGM이 하나의 톤으로 연결된 브랜드 홍보 콘텐츠 완성</a:t>
            </a:r>
            <a:endParaRPr lang="en-US" sz="950" dirty="0"/>
          </a:p>
        </p:txBody>
      </p:sp>
      <p:sp>
        <p:nvSpPr>
          <p:cNvPr id="55" name="Shape 48"/>
          <p:cNvSpPr/>
          <p:nvPr/>
        </p:nvSpPr>
        <p:spPr>
          <a:xfrm>
            <a:off x="9509760" y="1481328"/>
            <a:ext cx="182880" cy="182880"/>
          </a:xfrm>
          <a:prstGeom prst="ellipse">
            <a:avLst/>
          </a:prstGeom>
          <a:solidFill>
            <a:srgbClr val="FF5B1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9784080" y="1444752"/>
            <a:ext cx="1856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2026.08~09</a:t>
            </a:r>
            <a:endParaRPr lang="en-US" sz="1050" dirty="0"/>
          </a:p>
        </p:txBody>
      </p:sp>
      <p:pic>
        <p:nvPicPr>
          <p:cNvPr id="57" name="Image 4" descr="C:\Users\User\AppData\Local\Temp\claude\c--Users-User-OneDrive-------qwe\a20b4e29-7548-4ba7-bd5f-846dcaf64c0f\scratchpad\rdeck\crop\pf_green_c2_1.7778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0" y="1874520"/>
            <a:ext cx="2130552" cy="1198436"/>
          </a:xfrm>
          <a:prstGeom prst="rect">
            <a:avLst/>
          </a:prstGeom>
        </p:spPr>
      </p:pic>
      <p:sp>
        <p:nvSpPr>
          <p:cNvPr id="58" name="Shape 50"/>
          <p:cNvSpPr/>
          <p:nvPr/>
        </p:nvSpPr>
        <p:spPr>
          <a:xfrm>
            <a:off x="9509760" y="3210115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59" name="Text 51"/>
          <p:cNvSpPr txBox="1"/>
          <p:nvPr/>
        </p:nvSpPr>
        <p:spPr>
          <a:xfrm>
            <a:off x="9509760" y="3210115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en-US" sz="1050" dirty="0"/>
          </a:p>
        </p:txBody>
      </p:sp>
      <p:sp>
        <p:nvSpPr>
          <p:cNvPr id="60" name="Text 52"/>
          <p:cNvSpPr txBox="1"/>
          <p:nvPr/>
        </p:nvSpPr>
        <p:spPr>
          <a:xfrm>
            <a:off x="9509760" y="3621596"/>
            <a:ext cx="2130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좋은 tomorrow</a:t>
            </a:r>
            <a:endParaRPr lang="en-US" sz="1300" dirty="0"/>
          </a:p>
        </p:txBody>
      </p:sp>
      <p:sp>
        <p:nvSpPr>
          <p:cNvPr id="61" name="Text 53"/>
          <p:cNvSpPr txBox="1"/>
          <p:nvPr/>
        </p:nvSpPr>
        <p:spPr>
          <a:xfrm>
            <a:off x="9509760" y="4124515"/>
            <a:ext cx="2130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그린리모델링 42초 AI 영화제 (국토교통부)</a:t>
            </a:r>
            <a:endParaRPr lang="en-US" sz="950" dirty="0"/>
          </a:p>
        </p:txBody>
      </p:sp>
      <p:sp>
        <p:nvSpPr>
          <p:cNvPr id="62" name="Text 54"/>
          <p:cNvSpPr txBox="1"/>
          <p:nvPr/>
        </p:nvSpPr>
        <p:spPr>
          <a:xfrm>
            <a:off x="9509760" y="4627436"/>
            <a:ext cx="2130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950" dirty="0"/>
          </a:p>
        </p:txBody>
      </p:sp>
      <p:sp>
        <p:nvSpPr>
          <p:cNvPr id="63" name="Text 55"/>
          <p:cNvSpPr txBox="1"/>
          <p:nvPr/>
        </p:nvSpPr>
        <p:spPr>
          <a:xfrm>
            <a:off x="9509760" y="4856036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AI 이미지/영상 · 편집</a:t>
            </a:r>
            <a:endParaRPr lang="en-US" sz="1050" dirty="0"/>
          </a:p>
        </p:txBody>
      </p:sp>
      <p:sp>
        <p:nvSpPr>
          <p:cNvPr id="64" name="Text 56"/>
          <p:cNvSpPr txBox="1"/>
          <p:nvPr/>
        </p:nvSpPr>
        <p:spPr>
          <a:xfrm>
            <a:off x="9509760" y="5404676"/>
            <a:ext cx="2130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50" dirty="0"/>
          </a:p>
        </p:txBody>
      </p:sp>
      <p:sp>
        <p:nvSpPr>
          <p:cNvPr id="65" name="Text 57"/>
          <p:cNvSpPr txBox="1"/>
          <p:nvPr/>
        </p:nvSpPr>
        <p:spPr>
          <a:xfrm>
            <a:off x="9509760" y="5633276"/>
            <a:ext cx="2130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난방비 문제부터 친환경 주택으로의 재탄생까지 담은 42초 AI 영상 완성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COVER LETTER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자기소개서 핵심 4가지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6419088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정하준 · AI 콘텐츠 제작   03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5468112" cy="2240280"/>
          </a:xfrm>
          <a:prstGeom prst="roundRect">
            <a:avLst>
              <a:gd name="adj" fmla="val 4898"/>
            </a:avLst>
          </a:prstGeom>
          <a:solidFill>
            <a:srgbClr val="F6F4E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691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직무 성장 과정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0299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툴을 고르는 기준부터 세운 AI 콘텐츠 제작자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51460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AI 툴에 같은 과제를 주고 결과를 비교해 툴별 강점·한계와 프롬프트 구조를 기록 → 기획부터 편집까지 하나의 제작 흐름으로 연결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172200" y="1463040"/>
            <a:ext cx="5468112" cy="2240280"/>
          </a:xfrm>
          <a:prstGeom prst="roundRect">
            <a:avLst>
              <a:gd name="adj" fmla="val 4898"/>
            </a:avLst>
          </a:prstGeom>
          <a:solidFill>
            <a:srgbClr val="F6F4E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46520" y="1691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프로젝트 수행 경험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0299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브랜드를 처음부터 설계해 완성 — LUNE 뤼느</a:t>
            </a:r>
            <a:endParaRPr lang="en-US" sz="155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51460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'고요한 밤의 향기' 콘셉트와 네이비·골드 기준을 세우고 ChatGPT → Runway → Suno → Premiere Pro로 키비주얼·영상·음악을 하나의 톤으로 완성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3886200"/>
            <a:ext cx="5468112" cy="2240280"/>
          </a:xfrm>
          <a:prstGeom prst="roundRect">
            <a:avLst>
              <a:gd name="adj" fmla="val 4898"/>
            </a:avLst>
          </a:prstGeom>
          <a:solidFill>
            <a:srgbClr val="F6F4E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문제 해결 경험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445312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시트로 흔들리던 주인공을 하나로 — 기억의 방</a:t>
            </a:r>
            <a:endParaRPr lang="en-US" sz="15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9377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장면마다 달라지던 주인공을 캐릭터 시트 기준으로 재생성하고 인물·배경 프롬프트를 분리해 전 장면 일관성 확보, 이후 제작 원칙으로 삼음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172200" y="3886200"/>
            <a:ext cx="5468112" cy="2240280"/>
          </a:xfrm>
          <a:prstGeom prst="roundRect">
            <a:avLst>
              <a:gd name="adj" fmla="val 4898"/>
            </a:avLst>
          </a:prstGeom>
          <a:solidFill>
            <a:srgbClr val="FFEDE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46520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5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지원 동기 및 포부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45312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제작 속도와 완성도를 함께 높이는 제작자</a:t>
            </a:r>
            <a:endParaRPr lang="en-US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6446520" y="49377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입사 초기 브랜드 톤앤매너와 제작 프로세스 파악 → AI 시안·반복 작업 효율화로 플랫폼별 콘텐츠 제작에 기여 → 속도와 품질을 함께 높이는 제작자로 성장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정하준 — AI 콘텐츠 제작 지원 (이력서 · 자기소개서)</dc:title>
  <dc:subject>PptxGenJS Presentation</dc:subject>
  <dc:creator>정하준</dc:creator>
  <cp:lastModifiedBy>정하준</cp:lastModifiedBy>
  <cp:revision>1</cp:revision>
  <dcterms:created xsi:type="dcterms:W3CDTF">2026-10-05T09:52:04Z</dcterms:created>
  <dcterms:modified xsi:type="dcterms:W3CDTF">2026-10-05T09:52:04Z</dcterms:modified>
</cp:coreProperties>
</file>